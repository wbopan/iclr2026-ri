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7"/>
  </p:normalViewPr>
  <p:slideViewPr>
    <p:cSldViewPr snapToGrid="0">
      <p:cViewPr>
        <p:scale>
          <a:sx n="70" d="100"/>
          <a:sy n="70" d="100"/>
        </p:scale>
        <p:origin x="227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88500-319D-B8B0-78C4-6939B93169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890444-77F0-CFAD-99B8-7C0E45F42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DF3B8-17D7-9284-90C5-BE770B83E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4EF30-4921-7F49-B008-40481F2E09D3}" type="datetimeFigureOut">
              <a:rPr lang="en-CN" smtClean="0"/>
              <a:t>2025/9/5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B7289-FCCC-977A-8850-4EEC14DC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13903-C9E8-4660-71F4-0E14E54A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BCAD-577E-774E-BE60-FC5947CD36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2333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1C63B-ACC3-59D2-AE0A-070AFC05F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FFBBC-353A-C537-270B-073F72175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6EC17-DCB8-079E-803C-671A24FA5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4EF30-4921-7F49-B008-40481F2E09D3}" type="datetimeFigureOut">
              <a:rPr lang="en-CN" smtClean="0"/>
              <a:t>2025/9/5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268CF-CC16-3D0C-FD14-7BC61654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E7D63-9C52-BFD7-B84C-A8D3AC53F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BCAD-577E-774E-BE60-FC5947CD36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12806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A38AE-271E-6419-DB30-60CE32E3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5463F-3A8F-46D7-5ADC-D57D7C687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91750-B2C6-F71A-91E3-32ED78D39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4EF30-4921-7F49-B008-40481F2E09D3}" type="datetimeFigureOut">
              <a:rPr lang="en-CN" smtClean="0"/>
              <a:t>2025/9/5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A4DFB-3A81-01FE-5E0A-3AC50386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EEB74-8AD7-E02F-2AFA-01898952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BCAD-577E-774E-BE60-FC5947CD36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458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F652E-035D-3360-7F16-AE618F0FE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27CB1-659B-8FE5-6CC4-B21102BA4D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8AAB8-D55D-BF37-4F81-28192657D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C9E7B-D3DE-3CD2-FD60-B515C524F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4EF30-4921-7F49-B008-40481F2E09D3}" type="datetimeFigureOut">
              <a:rPr lang="en-CN" smtClean="0"/>
              <a:t>2025/9/5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DF3C4-7C7C-E8E6-6454-FA72F7A60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532FB-C670-D036-E81D-2C7E2AFD2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BCAD-577E-774E-BE60-FC5947CD36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4559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149E6-13FB-6DE3-1DDB-78F184182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D28CC-3926-5E25-DA91-797B05EC6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9EE3D-C9AD-3648-DA1A-7474D302D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FF5572-8C9B-9755-0807-CD17F2BCB0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8FCE8-4F6C-CBB7-03CC-F279CFABEF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4374F-FF0E-898B-3D4C-2EB8FFAA4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4EF30-4921-7F49-B008-40481F2E09D3}" type="datetimeFigureOut">
              <a:rPr lang="en-CN" smtClean="0"/>
              <a:t>2025/9/5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25A3A-D0ED-26C5-EA38-09EA6E36F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C60A8-1DEA-59DC-C4E9-7D336A5A5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BCAD-577E-774E-BE60-FC5947CD36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980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4312-F183-6D04-9528-B1E8843F3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77428-6EE2-BD2B-B242-1254A2854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4EF30-4921-7F49-B008-40481F2E09D3}" type="datetimeFigureOut">
              <a:rPr lang="en-CN" smtClean="0"/>
              <a:t>2025/9/5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2D8DD6-F880-E4BD-7D2B-DE69607C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422D45-FD75-216C-871A-B731E3B84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BCAD-577E-774E-BE60-FC5947CD36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25142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6B5F4F-0181-3B94-CDDB-94ABF4A00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4EF30-4921-7F49-B008-40481F2E09D3}" type="datetimeFigureOut">
              <a:rPr lang="en-CN" smtClean="0"/>
              <a:t>2025/9/5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C6A1C4-5954-3729-123E-348DF0DE2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19D9D-CC73-D76A-8063-C43337988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BCAD-577E-774E-BE60-FC5947CD36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4221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906E-DF5D-3CFF-DE46-160DCA12F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F5961-00F9-E1FE-D4B2-FEA402DD0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39AC4-A072-0B30-19A0-02EAC8197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A553D-B2E6-F827-CB5B-BB415EE98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4EF30-4921-7F49-B008-40481F2E09D3}" type="datetimeFigureOut">
              <a:rPr lang="en-CN" smtClean="0"/>
              <a:t>2025/9/5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87A06-8387-4A25-E0F6-327C815E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DC3B5-F81E-26F5-32CF-D9D323744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BCAD-577E-774E-BE60-FC5947CD36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8953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0D790-9807-53EA-3428-A8EFAECE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84525A-0C84-F02C-9317-7CDD27D4CD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9F50E-9B26-2B8A-0A9D-F1910EC75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253B7-68CA-0104-B2C9-327873FBE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4EF30-4921-7F49-B008-40481F2E09D3}" type="datetimeFigureOut">
              <a:rPr lang="en-CN" smtClean="0"/>
              <a:t>2025/9/5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FFA4B-A8EF-9063-947A-C5D8F7407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AAD27-E7EB-B574-B0B9-9AD90F192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BCAD-577E-774E-BE60-FC5947CD36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35735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15F50-068C-BE91-2B35-9282BED59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B145C7-9AE9-0642-E979-DE86049DF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CFF5-5671-E795-8300-57163567F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4EF30-4921-7F49-B008-40481F2E09D3}" type="datetimeFigureOut">
              <a:rPr lang="en-CN" smtClean="0"/>
              <a:t>2025/9/5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C0A8C-95DE-FB49-7202-D42DDFE6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81D55-7EEE-DE2C-5754-81B900617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BCAD-577E-774E-BE60-FC5947CD36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26470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6F5F77-182A-C54F-BDFA-F7BDE7202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D2BE59-D259-F68B-2F7B-BFE158EAC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9AF9F-BCD0-BC4D-4F96-6507DA42B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4EF30-4921-7F49-B008-40481F2E09D3}" type="datetimeFigureOut">
              <a:rPr lang="en-CN" smtClean="0"/>
              <a:t>2025/9/5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5A3CE-D9EF-324F-0571-FE728C7FA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29EDA-2D20-07DF-77F0-258E773DE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BCAD-577E-774E-BE60-FC5947CD36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7277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CCA880-7A2A-76FB-6DB3-A205D6B19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2F192-C209-F9D8-2CE3-295B7EA8F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EA5A5-AF7A-54B9-87FD-654DD3E50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F4EF30-4921-7F49-B008-40481F2E09D3}" type="datetimeFigureOut">
              <a:rPr lang="en-CN" smtClean="0"/>
              <a:t>2025/9/5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5C508-5D24-D013-7AF0-243059C687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AACB7-A142-CA5D-04EF-CF78333D4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D0BCAD-577E-774E-BE60-FC5947CD36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38348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81AB5E4-CC9B-43BD-2458-D8544F41AC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8879168"/>
                  </p:ext>
                </p:extLst>
              </p:nvPr>
            </p:nvGraphicFramePr>
            <p:xfrm>
              <a:off x="2031999" y="719667"/>
              <a:ext cx="4759095" cy="1722450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1586365">
                      <a:extLst>
                        <a:ext uri="{9D8B030D-6E8A-4147-A177-3AD203B41FA5}">
                          <a16:colId xmlns:a16="http://schemas.microsoft.com/office/drawing/2014/main" val="1456256520"/>
                        </a:ext>
                      </a:extLst>
                    </a:gridCol>
                    <a:gridCol w="1586365">
                      <a:extLst>
                        <a:ext uri="{9D8B030D-6E8A-4147-A177-3AD203B41FA5}">
                          <a16:colId xmlns:a16="http://schemas.microsoft.com/office/drawing/2014/main" val="1307632998"/>
                        </a:ext>
                      </a:extLst>
                    </a:gridCol>
                    <a:gridCol w="1586365">
                      <a:extLst>
                        <a:ext uri="{9D8B030D-6E8A-4147-A177-3AD203B41FA5}">
                          <a16:colId xmlns:a16="http://schemas.microsoft.com/office/drawing/2014/main" val="976614045"/>
                        </a:ext>
                      </a:extLst>
                    </a:gridCol>
                  </a:tblGrid>
                  <a:tr h="574150">
                    <a:tc>
                      <a:txBody>
                        <a:bodyPr/>
                        <a:lstStyle/>
                        <a:p>
                          <a:pPr algn="l"/>
                          <a:endParaRPr lang="en-C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N" dirty="0"/>
                            <a:t>Correct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CN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CN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C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N" dirty="0"/>
                            <a:t>Wrong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CN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CN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C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8753515"/>
                      </a:ext>
                    </a:extLst>
                  </a:tr>
                  <a:tr h="57415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N" dirty="0"/>
                            <a:t>Answered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CN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CN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oMath>
                          </a14:m>
                          <a:endParaRPr lang="en-C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N" dirty="0"/>
                            <a:t>C1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N" dirty="0"/>
                            <a:t>N1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7275954"/>
                      </a:ext>
                    </a:extLst>
                  </a:tr>
                  <a:tr h="57415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N" dirty="0"/>
                            <a:t>Refused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N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CN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CN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oMath>
                          </a14:m>
                          <a:endParaRPr lang="en-C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N" dirty="0"/>
                            <a:t>C2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N" dirty="0"/>
                            <a:t>N2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68731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81AB5E4-CC9B-43BD-2458-D8544F41AC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8879168"/>
                  </p:ext>
                </p:extLst>
              </p:nvPr>
            </p:nvGraphicFramePr>
            <p:xfrm>
              <a:off x="2031999" y="719667"/>
              <a:ext cx="4759095" cy="1722450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1586365">
                      <a:extLst>
                        <a:ext uri="{9D8B030D-6E8A-4147-A177-3AD203B41FA5}">
                          <a16:colId xmlns:a16="http://schemas.microsoft.com/office/drawing/2014/main" val="1456256520"/>
                        </a:ext>
                      </a:extLst>
                    </a:gridCol>
                    <a:gridCol w="1586365">
                      <a:extLst>
                        <a:ext uri="{9D8B030D-6E8A-4147-A177-3AD203B41FA5}">
                          <a16:colId xmlns:a16="http://schemas.microsoft.com/office/drawing/2014/main" val="1307632998"/>
                        </a:ext>
                      </a:extLst>
                    </a:gridCol>
                    <a:gridCol w="1586365">
                      <a:extLst>
                        <a:ext uri="{9D8B030D-6E8A-4147-A177-3AD203B41FA5}">
                          <a16:colId xmlns:a16="http://schemas.microsoft.com/office/drawing/2014/main" val="976614045"/>
                        </a:ext>
                      </a:extLst>
                    </a:gridCol>
                  </a:tblGrid>
                  <a:tr h="574150">
                    <a:tc>
                      <a:txBody>
                        <a:bodyPr/>
                        <a:lstStyle/>
                        <a:p>
                          <a:pPr algn="l"/>
                          <a:endParaRPr lang="en-C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9206" r="-10079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800" r="-160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753515"/>
                      </a:ext>
                    </a:extLst>
                  </a:tr>
                  <a:tr h="574150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102222" r="-202400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N" dirty="0"/>
                            <a:t>C1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N" dirty="0"/>
                            <a:t>N1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7275954"/>
                      </a:ext>
                    </a:extLst>
                  </a:tr>
                  <a:tr h="574150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197826" r="-202400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N" dirty="0"/>
                            <a:t>C2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N" dirty="0"/>
                            <a:t>N2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68731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822BE6-C99E-7F5D-C5C9-4E9664915092}"/>
                  </a:ext>
                </a:extLst>
              </p:cNvPr>
              <p:cNvSpPr txBox="1"/>
              <p:nvPr/>
            </p:nvSpPr>
            <p:spPr>
              <a:xfrm>
                <a:off x="1974340" y="2453266"/>
                <a:ext cx="6413743" cy="1036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CN" sz="24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Refusal</m:t>
                      </m:r>
                      <m:r>
                        <m:rPr>
                          <m:nor/>
                        </m:rPr>
                        <a:rPr lang="en-CN" sz="24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N" sz="24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Index</m:t>
                      </m:r>
                      <m:r>
                        <a:rPr lang="en-CN" sz="2400" i="1" dirty="0" smtClean="0">
                          <a:latin typeface="Cambria Math" panose="020405030504060302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ctrlP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  <m:t>−1,1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 dirty="0" err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 dirty="0" err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 dirty="0" err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lit/>
                                </m:r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  <m:r>
                                <m:rPr>
                                  <m:lit/>
                                </m:r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  <m:t>𝑎𝑏</m:t>
                                  </m:r>
                                </m:sub>
                              </m:sSub>
                            </m:e>
                          </m:nary>
                          <m:func>
                            <m:func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i="0" dirty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 dirty="0" smtClean="0">
                                      <a:latin typeface="Cambria Math" panose="02040503050406030204" pitchFamily="18" charset="0"/>
                                    </a:rPr>
                                    <m:t>𝑎𝑏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822BE6-C99E-7F5D-C5C9-4E9664915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340" y="2453266"/>
                <a:ext cx="6413743" cy="1036822"/>
              </a:xfrm>
              <a:prstGeom prst="rect">
                <a:avLst/>
              </a:prstGeom>
              <a:blipFill>
                <a:blip r:embed="rId3"/>
                <a:stretch>
                  <a:fillRect t="-121429" r="-1581" b="-16309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6121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17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a4861</dc:creator>
  <cp:lastModifiedBy>a4861</cp:lastModifiedBy>
  <cp:revision>1</cp:revision>
  <dcterms:created xsi:type="dcterms:W3CDTF">2025-09-05T07:26:33Z</dcterms:created>
  <dcterms:modified xsi:type="dcterms:W3CDTF">2025-09-05T08:10:26Z</dcterms:modified>
</cp:coreProperties>
</file>